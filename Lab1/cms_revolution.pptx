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505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731520"/>
            <a:ext cx="3200400" cy="32004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2011680" cy="201168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84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0A5FA"/>
                </a:solidFill>
              </a:rPr>
              <a:t>ЛАБОРАТОРНАЯ РАБОТА №1  ·  CMS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82296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CMS изменили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веб-разработку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" y="25146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0A5FA"/>
                </a:solidFill>
              </a:rPr>
              <a:t>До и после появления систем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60A5FA"/>
                </a:solidFill>
              </a:rPr>
              <a:t>управления контентом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" y="3429000"/>
            <a:ext cx="52120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342900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493008"/>
            <a:ext cx="48463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</a:rPr>
              <a:t>Автор</a:t>
            </a:r>
            <a:r>
              <a:rPr lang="en-US" sz="1100" dirty="0">
                <a:solidFill>
                  <a:srgbClr val="64748B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Mihailov Piotr I2302se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49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Введение: что такое CMS и зачем она появилась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8992"/>
            <a:ext cx="8138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CMS (Content Management System) — программная система, позволяющая создавать, редактировать и публиковать цифровой контент без знания программирования.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269748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26974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Редактирование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Любой сотрудник может обновить контент сайта без помощи разработчика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69748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965960"/>
            <a:ext cx="2697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Совместная работа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Несколько авторов работают над контентом одновременно с разными правами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269748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96596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55080" y="26334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Скорость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</a:rPr>
              <a:t>Публикация новой страницы или статьи занимает минуты, а не дни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Сегодня CMS используют 64% всех сайтов в интернете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Веб до CMS: эпоха статичных сайтов (1990-е)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0A5FA"/>
                </a:solidFill>
              </a:rPr>
              <a:t>Как создавали сайты тогда: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💻  Только HTML вручную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Каждая страница — отдельный .html файл, написанный разработчиком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🔧  Правки через код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Чтобы изменить текст — нужно редактировать файл и загружать на сервер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👨‍💻  Только для программистов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Создание сайта требовало знания HTML, FTP, серверов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⏳  Медленно и дорого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Обновление сайта занимало часы, стоило дорого, зависело от разработчика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20624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34155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Типичный сайт 1990-х: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536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3794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 bgcolor="#000080"&gt;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1396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&lt;font size="5" color=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4414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"yellow"&gt;МОЙ САЙТ&lt;/font&gt;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&lt;hr&gt;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0449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&lt;p&gt;Добро пожаловать!&lt;/p&gt;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3467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обновлено 15.03.1998 --&gt;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3648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src="logo.gif"&gt;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950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617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F4444"/>
                </a:solidFill>
              </a:rPr>
              <a:t>Изменить текст = вызвать разработчика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Первые CMS: как всё началось (конец 1990-х)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1005840"/>
            <a:ext cx="36576" cy="3886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170432"/>
            <a:ext cx="347472" cy="34747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4748B"/>
                </a:solidFill>
              </a:rPr>
              <a:t>1994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Первые идеи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20240" y="1389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Появление динамических сайтов на CGI и Perl. Контент начинает отделяться от представления.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61872" y="196596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</a:rPr>
              <a:t>1997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StoryServer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920240" y="218541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Одна из первых коммерческих CMS. Используется крупными медиакомпаниями для управления новостями.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61872" y="2761488"/>
            <a:ext cx="347472" cy="3474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76148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</a:rPr>
              <a:t>1998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 CMS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920240" y="298094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Первые бесплатные системы: PostNuke, PHP-Nuke. Управление сайтом становится доступнее.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61872" y="3557016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570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</a:rPr>
              <a:t>2001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34655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Wikipedia на MediaWiki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920240" y="3776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Контент создаётся миллионами пользователей через браузер. CMS меняет понятие «автор».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61872" y="435254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3525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563EB"/>
                </a:solidFill>
              </a:rPr>
              <a:t>2003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0240" y="4261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 &amp; Drupal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920240" y="4572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Два проекта, которые определят будущее CMS на десятилетия вперёд.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CMS изменили роли в команде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7764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39776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До CMS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Разработчик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Пишет HTML для каждой страницы, обновляет вручную, незаменим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Журналист/автор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Пишет текст в Word, отдаёт разработчику — и ждёт публикации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Менеджер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Зависит от разработчика даже для правки опечатки на сайте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87705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Дизайнер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16966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Верстает каждую страницу отдельно, изменение стиля = переверстка всего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4297680" cy="384048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05840"/>
            <a:ext cx="4297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После CMS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54880" y="162763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Разработчик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Настраивает систему один раз, создаёт шаблоны, больше не занимается контентом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237744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Журналист/автор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6700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Публикует статьи самостоятельно через браузер, мгновенно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312724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Менеджер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41985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Управляет сайтом, правит тексты, добавляет страницы без технических знаний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38770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Дизайнер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Меняет внешний вид всего сайта одним шаблоном — контент не трогается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Техническая революция: архитектура CMS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47548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51560"/>
            <a:ext cx="47548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612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Темы / Шаблоны / HTML+CSS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075688"/>
            <a:ext cx="5486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240280"/>
            <a:ext cx="47548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40280"/>
            <a:ext cx="47548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500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7157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CMS Core / Плагины / Логика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264408"/>
            <a:ext cx="54864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29000"/>
            <a:ext cx="4754880" cy="100584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429000"/>
            <a:ext cx="47548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387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39044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База данных (MySQL) / Медиафайлы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51560"/>
            <a:ext cx="3108960" cy="338328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0" y="1143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</a:rPr>
              <a:t>Ключевые технологии: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60020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153619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PHP — серверный язык, генерирует HTML динамически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213055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206654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MySQL — хранит весь контент в таблицах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0" y="266090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259689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WYSIWYG — редактор «что видишь — то получишь»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19125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127248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REST API — позволяет другим приложениям получать контент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0" y="372160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6576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</a:rPr>
              <a:t>Плагины — расширяют функциональность без изменения ядра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45720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Принцип разделения контента и дизайна 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главная идея CMS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и массовый интернет: кто получил голос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560320" cy="2103120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5603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1556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млрд+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сайтов в мире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</a:rPr>
              <a:t>работают на CMS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2697480" cy="1536192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005840"/>
            <a:ext cx="26974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155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 Блогеры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5361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Миллионы людей без знания кода создали личные блоги и стали медиа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97480" cy="1536192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0584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1155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🏪  Малый бизнес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5361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Магазины, кафе, салоны — сайт-визитка за день без программиста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2743200"/>
            <a:ext cx="2697480" cy="1536192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2743200"/>
            <a:ext cx="2697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852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 Образование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32735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Школы и университеты сами управляют новостями и расписанием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697480" cy="1536192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7432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8529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 СМИ и журналисты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27355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BBC, CNN, TechCrunch — крупные медиа перешли на CMS в 2000-х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44805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</a:rPr>
              <a:t>CMS демократизировала создание сайтов — теперь публиковать мог каждый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Современные CMS: рынок сегодня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10241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Доля рынка CMS (среди сайтов с известной CMS):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417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BD5E1"/>
                </a:solidFill>
              </a:rPr>
              <a:t>WordPress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664208" y="1463040"/>
            <a:ext cx="3168396" cy="292608"/>
          </a:xfrm>
          <a:prstGeom prst="rect">
            <a:avLst/>
          </a:prstGeom>
          <a:solidFill>
            <a:srgbClr val="21759B"/>
          </a:solidFill>
          <a:ln w="12700">
            <a:solidFill>
              <a:srgbClr val="2175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24044" y="141732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63%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057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BD5E1"/>
                </a:solidFill>
              </a:rPr>
              <a:t>Shopify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64208" y="2103120"/>
            <a:ext cx="1056132" cy="292608"/>
          </a:xfrm>
          <a:prstGeom prst="rect">
            <a:avLst/>
          </a:prstGeom>
          <a:solidFill>
            <a:srgbClr val="96BF48"/>
          </a:solidFill>
          <a:ln w="12700">
            <a:solidFill>
              <a:srgbClr val="96BF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1780" y="2057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21%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2697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BD5E1"/>
                </a:solidFill>
              </a:rPr>
              <a:t>Wix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664208" y="2743200"/>
            <a:ext cx="704088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26974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14%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BD5E1"/>
                </a:solidFill>
              </a:rPr>
              <a:t>Joomla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664208" y="3383280"/>
            <a:ext cx="50292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8568" y="3337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10%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" y="3977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CBD5E1"/>
                </a:solidFill>
              </a:rPr>
              <a:t>Drupal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664208" y="4023360"/>
            <a:ext cx="352044" cy="292608"/>
          </a:xfrm>
          <a:prstGeom prst="rect">
            <a:avLst/>
          </a:prstGeom>
          <a:solidFill>
            <a:srgbClr val="009CDE"/>
          </a:solidFill>
          <a:ln w="12700">
            <a:solidFill>
              <a:srgbClr val="009C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7692" y="3977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7%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1005840"/>
            <a:ext cx="201168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21759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1005840"/>
            <a:ext cx="2011680" cy="45720"/>
          </a:xfrm>
          <a:prstGeom prst="rect">
            <a:avLst/>
          </a:prstGeom>
          <a:solidFill>
            <a:srgbClr val="21759B"/>
          </a:solidFill>
          <a:ln w="12700">
            <a:solidFill>
              <a:srgbClr val="21759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097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1759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949440" y="19202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всего интернета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работает на WordPress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0" y="2926080"/>
            <a:ext cx="2011680" cy="1645920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926080"/>
            <a:ext cx="20116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64%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94944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сайтов с CMS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5E1"/>
                </a:solidFill>
              </a:rPr>
              <a:t>используют открытый код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617720"/>
            <a:ext cx="630936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617720"/>
            <a:ext cx="457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4515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9144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Практические примеры: кто использует CMS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207008"/>
          </a:xfrm>
          <a:prstGeom prst="rect">
            <a:avLst/>
          </a:prstGeom>
          <a:solidFill>
            <a:srgbClr val="1F2937"/>
          </a:solidFill>
          <a:ln w="127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BBC News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1247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F4444"/>
                </a:solidFill>
              </a:rPr>
              <a:t>на Drupal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Крупнейший новостной портал мира. Тысячи статей в день, многоязычность, огромная нагрузка.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1207008"/>
          </a:xfrm>
          <a:prstGeom prst="rect">
            <a:avLst/>
          </a:prstGeom>
          <a:solidFill>
            <a:srgbClr val="1F2937"/>
          </a:solidFill>
          <a:ln w="12700">
            <a:solidFill>
              <a:srgbClr val="25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160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97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White House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78040" y="11247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2563EB"/>
                </a:solidFill>
              </a:rPr>
              <a:t>на WordPress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73752" y="14813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Официальный сайт правительства США. Публикация заявлений, пресс-релизов, документов.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4160520" cy="1207008"/>
          </a:xfrm>
          <a:prstGeom prst="rect">
            <a:avLst/>
          </a:prstGeom>
          <a:solidFill>
            <a:srgbClr val="1F2937"/>
          </a:solidFill>
          <a:ln w="12700">
            <a:solidFill>
              <a:srgbClr val="64748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77440"/>
            <a:ext cx="4160520" cy="45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468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Sony Music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24963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</a:rPr>
              <a:t>на WordPress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8529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Сайты артистов, новости, релизы. Тысячи страниц с медиаконтентом.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377440"/>
            <a:ext cx="4160520" cy="1207008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377440"/>
            <a:ext cx="416052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468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Harvard University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78040" y="24963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6B6D4"/>
                </a:solidFill>
              </a:rPr>
              <a:t>на Drupal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73752" y="28529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Портал университета, факультеты, расписание, академические публикации.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49040"/>
            <a:ext cx="4160520" cy="1207008"/>
          </a:xfrm>
          <a:prstGeom prst="rect">
            <a:avLst/>
          </a:prstGeom>
          <a:solidFill>
            <a:srgbClr val="1F2937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49040"/>
            <a:ext cx="4160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840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TechCrunch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743200" y="38679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0B981"/>
                </a:solidFill>
              </a:rPr>
              <a:t>на WordPress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42245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Один из ведущих технологических медиа. Статьи, видео, подкасты через CMS.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749040"/>
            <a:ext cx="4160520" cy="1207008"/>
          </a:xfrm>
          <a:prstGeom prst="rect">
            <a:avLst/>
          </a:prstGeom>
          <a:solidFill>
            <a:srgbClr val="1F2937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749040"/>
            <a:ext cx="4160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8404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Лёгкий старт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78040" y="38679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9E0B"/>
                </a:solidFill>
              </a:rPr>
              <a:t>на Любая CMS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4224528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Кафе, магазин, портфолио — любой может создать сайт за несколько часов без кода.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228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0A5FA"/>
                </a:solidFill>
              </a:rPr>
              <a:t>ВЫВОДЫ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5943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изменили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интернет навсегда.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783080"/>
            <a:ext cx="4572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801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Демократизация веба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Любой человек может создать сайт без знания кода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532888"/>
            <a:ext cx="45720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5511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Разделение труда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2807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Разработчик, дизайнер и автор работают независимо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282696"/>
            <a:ext cx="4572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30098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Масштаб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" y="35570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64% всех сайтов в мире работают под управлением CMS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4032504"/>
            <a:ext cx="457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4050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Будущее за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43068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Headless CMS открывает новую эпоху управления контентом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286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0A5FA"/>
                </a:solidFill>
              </a:rPr>
              <a:t>ИСТОЧНИКИ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71323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713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713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W3Techs — Web Technology Surveys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23560" y="978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w3techs.com/technologies/overview/content_management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156362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1563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WordPress.org — История проекта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23560" y="18288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wordpress.org/about/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212080" y="241401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2414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Kinsta Blog — History of CMS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23560" y="2679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kinsta.com/blog/cms-software/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12080" y="326440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Smashing Magazine — CMS Guide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23560" y="3529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smashingmagazine.com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12080" y="41148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MDN Web Docs — Основы веба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623560" y="43799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developer.mozilla.org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545" y="48097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878</Words>
  <Application>Microsoft Office PowerPoint</Application>
  <PresentationFormat>Экран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Consolas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5</cp:revision>
  <dcterms:created xsi:type="dcterms:W3CDTF">2026-03-08T18:35:59Z</dcterms:created>
  <dcterms:modified xsi:type="dcterms:W3CDTF">2026-03-09T08:33:41Z</dcterms:modified>
</cp:coreProperties>
</file>